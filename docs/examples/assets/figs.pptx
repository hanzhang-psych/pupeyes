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1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870" y="102"/>
      </p:cViewPr>
      <p:guideLst>
        <p:guide orient="horz" pos="2160"/>
        <p:guide pos="3840"/>
        <p:guide orient="horz" pos="21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EA2AF-216F-0EF5-D61A-7E3535911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08ABC4-4222-72A3-6F59-1F8BBFE4CD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15444-58B0-4F29-2D56-564DAF6B5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0EBA9-3921-4067-A165-566DB5D503F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29545-3D17-11E3-C30A-C34BC089D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4EFB9-5BF5-8D72-F2B9-FC7FD6692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BE9F8-4FC9-4EA4-B9A4-E6638451C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795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46C73-9EF7-B26E-C6D2-4CB697F5B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AE3DE-9666-DAEB-BD9B-8BE66FB5A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F5960-6E4D-D859-757F-B12D6D41C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0EBA9-3921-4067-A165-566DB5D503F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183D8-A212-8530-8C33-DE79E68ED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A57FE-B937-163F-9C62-05E51BBDC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BE9F8-4FC9-4EA4-B9A4-E6638451C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4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7101F-0A70-CDCA-6B2D-DD3CED7F8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8CBE7-1110-3B00-1FC2-8D3FE22F5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9A8E6-AF65-BE2D-FA0D-2A34AC8B4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0EBA9-3921-4067-A165-566DB5D503F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C47A7-6367-A577-2562-E20799B55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B58DD-3DA7-8C2D-5827-52346A9B0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BE9F8-4FC9-4EA4-B9A4-E6638451C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160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A801B-88E9-1E41-C660-BE5865780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50BF5-659F-3F75-7E5C-7E3A19FCBA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CCCD0-E245-7B0C-A1A0-89AEE4A55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308693-B601-BA4A-F389-DE5D76877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0EBA9-3921-4067-A165-566DB5D503F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5E856-14F2-BBE4-3DC1-0F876291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8E097-2884-2C64-E598-29238962B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BE9F8-4FC9-4EA4-B9A4-E6638451C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761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92FD3-18A2-C07C-0FB4-20407402B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F4517-DDCF-2BE9-76C2-3494F5434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B1BA9-4732-EB05-FE1D-673F446C55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535422-E02C-1FF2-3C42-0FACB95F38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8A931A-5212-7D31-4C7D-35A9164EAF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6561B6-4201-E2C4-7DE8-EF5A36498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0EBA9-3921-4067-A165-566DB5D503F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488D6B-F7F5-D931-73D7-C19C6F70D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550F8B-0FAC-5779-A763-EF9406362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BE9F8-4FC9-4EA4-B9A4-E6638451C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21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2002C-6633-6DEF-6D65-16B6D8A85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784655-AF1C-375E-5375-358AA344D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0EBA9-3921-4067-A165-566DB5D503F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D4BE01-77FD-C33D-1F17-7670580B9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86AA81-3ABC-65B8-81A3-3C718865E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BE9F8-4FC9-4EA4-B9A4-E6638451C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897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5B895B-D29C-D965-3592-3E8E3109A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0EBA9-3921-4067-A165-566DB5D503F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96B3B5-F5B6-9BDD-8F99-BE18A1626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2360A-2641-55A5-37F6-B65FF320C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BE9F8-4FC9-4EA4-B9A4-E6638451C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205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7DB2E-7977-62AE-FCB7-5F2E0E933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658FE-B380-9C02-6E72-7B2F01F60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8AEE1A-1F4D-E310-4CEC-F1DF97FAA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4EC019-51A5-F5E1-6E5C-496415EC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0EBA9-3921-4067-A165-566DB5D503F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44D1E1-4EB6-0895-D1DB-2E224FCAE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B06D1-A025-7B57-D8C2-2C8CF5082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BE9F8-4FC9-4EA4-B9A4-E6638451C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77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1E9AF-5D90-C5A7-E16D-3512FAA1D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C3BA91-18C7-E346-102B-BD414A689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030907-C25B-F655-1BFC-A5B92B67C4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24CA4-5300-29FA-EE6A-E4ED6CBDD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0EBA9-3921-4067-A165-566DB5D503F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49CE32-8FC4-93BD-3145-9F2667BE3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DC8B99-CD47-2168-5990-148BF169F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BE9F8-4FC9-4EA4-B9A4-E6638451C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21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DF3DF-DF7E-5486-7379-252F18DC6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C8068D-3223-B32B-1EF0-1874DCF008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10154-9E99-9DA9-F67D-A159B1BA4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0EBA9-3921-4067-A165-566DB5D503F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21DF0-5A1D-3074-17F1-8EFAAF4E9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67273-C6A9-ED66-0F81-026ADFEE0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BE9F8-4FC9-4EA4-B9A4-E6638451C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118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995F15-CB41-C383-726A-7572DEED36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942F06-4887-BAF3-5ED7-148CB06324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C7A59-CAC8-4CFD-0E2F-814BC8A10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0EBA9-3921-4067-A165-566DB5D503F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46474-0DCE-22E6-1BF5-8E8F50E72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25E03-1F51-6119-192D-886667309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BE9F8-4FC9-4EA4-B9A4-E6638451C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827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940CD5-0677-B70D-A47C-1A28F531F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9E25F-0BDB-499F-51CA-F32308322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EFF95-3FC6-68D3-3353-934863017B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A0EBA9-3921-4067-A165-566DB5D503F4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837AD-A83C-FF65-9F4F-DE89ABCE30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A7F60-4A08-ED2F-7B92-50B50E17C8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ABE9F8-4FC9-4EA4-B9A4-E6638451C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127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2ACECFD-7389-C55E-207F-7AC277CBAD18}"/>
              </a:ext>
            </a:extLst>
          </p:cNvPr>
          <p:cNvSpPr/>
          <p:nvPr/>
        </p:nvSpPr>
        <p:spPr>
          <a:xfrm>
            <a:off x="1593430" y="2680773"/>
            <a:ext cx="1338305" cy="74822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fixation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68049C4-5A78-C4A2-6755-A19A97761FFA}"/>
              </a:ext>
            </a:extLst>
          </p:cNvPr>
          <p:cNvSpPr/>
          <p:nvPr/>
        </p:nvSpPr>
        <p:spPr>
          <a:xfrm>
            <a:off x="3495288" y="2680773"/>
            <a:ext cx="1338305" cy="74822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stimulus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A64552-69A4-FF92-571B-90ED1FDB0359}"/>
              </a:ext>
            </a:extLst>
          </p:cNvPr>
          <p:cNvSpPr/>
          <p:nvPr/>
        </p:nvSpPr>
        <p:spPr>
          <a:xfrm>
            <a:off x="5397146" y="2680773"/>
            <a:ext cx="1338305" cy="74822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retention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59E3692-DEA8-BCB8-37F0-F7FBAE16CC8B}"/>
              </a:ext>
            </a:extLst>
          </p:cNvPr>
          <p:cNvSpPr/>
          <p:nvPr/>
        </p:nvSpPr>
        <p:spPr>
          <a:xfrm>
            <a:off x="7299004" y="2680773"/>
            <a:ext cx="1338305" cy="74822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probe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231601C-8FAB-75B5-5648-898B0B593DFD}"/>
              </a:ext>
            </a:extLst>
          </p:cNvPr>
          <p:cNvSpPr/>
          <p:nvPr/>
        </p:nvSpPr>
        <p:spPr>
          <a:xfrm>
            <a:off x="9200861" y="2680773"/>
            <a:ext cx="1338305" cy="74822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feedback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8F9AEB2-7F8D-39D5-E46E-EB1249240CDA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931735" y="3054887"/>
            <a:ext cx="5635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7743D9D-6931-BD8E-7CB2-ED06C6D385A0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4833593" y="3054887"/>
            <a:ext cx="5863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F2BB050-EC1A-DDE4-D25A-FE427F3BF337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735451" y="3054887"/>
            <a:ext cx="5635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0B7BCF1-F401-D902-9FD2-6EB4B2F831D9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8637309" y="3054887"/>
            <a:ext cx="5635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CD11E106-D071-B8F7-CB13-EE07D06D9E0F}"/>
              </a:ext>
            </a:extLst>
          </p:cNvPr>
          <p:cNvCxnSpPr>
            <a:stCxn id="8" idx="2"/>
            <a:endCxn id="4" idx="2"/>
          </p:cNvCxnSpPr>
          <p:nvPr/>
        </p:nvCxnSpPr>
        <p:spPr>
          <a:xfrm rot="5400000">
            <a:off x="6066299" y="-374715"/>
            <a:ext cx="12700" cy="7607431"/>
          </a:xfrm>
          <a:prstGeom prst="bentConnector3">
            <a:avLst>
              <a:gd name="adj1" fmla="val 365566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9038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636</TotalTime>
  <Words>5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Zhang, Han</dc:creator>
  <cp:lastModifiedBy>Zhang, Han</cp:lastModifiedBy>
  <cp:revision>1</cp:revision>
  <dcterms:created xsi:type="dcterms:W3CDTF">2025-02-26T14:16:01Z</dcterms:created>
  <dcterms:modified xsi:type="dcterms:W3CDTF">2025-02-27T00:52:45Z</dcterms:modified>
</cp:coreProperties>
</file>